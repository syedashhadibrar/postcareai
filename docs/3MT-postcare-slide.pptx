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7377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FBBF24"/>
                </a:solidFill>
              </a:defRPr>
            </a:pPr>
            <a:r>
              <a:t>3 MINUTE THESIS ·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PostCare AI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AI-guided post-operative wound monitoring with human clinicians in the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48840"/>
            <a:ext cx="5486400" cy="1417320"/>
          </a:xfrm>
          <a:prstGeom prst="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FBBF24"/>
                </a:solidFill>
              </a:defRPr>
            </a:pPr>
            <a:r>
              <a:t>Problem: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After discharge, wound complications are often caught late. Patients lack daily guidance; clinicians cannot review every photo manually.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</a:defRPr>
            </a:pPr>
            <a:r>
              <a:t>Pakistan Kidney &amp; Liver Institute · Liver Transplant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2004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4748B"/>
                </a:solidFill>
              </a:defRPr>
            </a:pPr>
            <a:r>
              <a:t>SOLUTION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658368"/>
            <a:ext cx="256032" cy="2560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676656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D4ED8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640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93B"/>
                </a:solidFill>
              </a:defRPr>
            </a:pPr>
            <a:r>
              <a:t>Patient check-in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Photo + pain, symptoms, post-op 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225295"/>
            <a:ext cx="256032" cy="2560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24358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D4ED8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207007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93B"/>
                </a:solidFill>
              </a:defRPr>
            </a:pPr>
            <a:r>
              <a:t>MedSigLIP (fine-tuned)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6 labels: healing, infection risk, urgency…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792224"/>
            <a:ext cx="256032" cy="2560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81051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D4ED8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77393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93B"/>
                </a:solidFill>
              </a:defRPr>
            </a:pPr>
            <a:r>
              <a:t>Safety rules + AI agents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Triage → patient guidance → clinician 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2359152"/>
            <a:ext cx="256032" cy="2560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377440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D4ED8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3408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93B"/>
                </a:solidFill>
              </a:defRPr>
            </a:pPr>
            <a:r>
              <a:t>RAG recovery chat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Vector search + patient case data for Q&amp;A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926080"/>
            <a:ext cx="256032" cy="2560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944368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D4ED8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9077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93B"/>
                </a:solidFill>
              </a:defRPr>
            </a:pPr>
            <a:r>
              <a:t>Clinician dashboard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Priority queue · human review · mark complete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703320"/>
            <a:ext cx="2514600" cy="12344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3767328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4748B"/>
                </a:solidFill>
              </a:defRPr>
            </a:pPr>
            <a:r>
              <a:t>MLOps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Run 1 → Run 2 lineage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MLflow + Youden thresholds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Export to production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3703320"/>
            <a:ext cx="2514600" cy="12344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3767328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4748B"/>
                </a:solidFill>
              </a:defRPr>
            </a:pPr>
            <a:r>
              <a:t>Innovation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Vision + language agents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Decision support, not diagnosis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Clinician in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5074920"/>
            <a:ext cx="5349240" cy="68580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5138928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59669"/>
                </a:solidFill>
              </a:defRPr>
            </a:pPr>
            <a:r>
              <a:rPr b="1" sz="1100">
                <a:solidFill>
                  <a:srgbClr val="059669"/>
                </a:solidFill>
              </a:rPr>
              <a:t>Impact: </a:t>
            </a:r>
            <a:r>
              <a:rPr sz="1000">
                <a:solidFill>
                  <a:srgbClr val="1E293B"/>
                </a:solidFill>
              </a:rPr>
              <a:t>Earlier signal detection, scalable remote monitoring, and structured handoff so surgeons review the right patients first.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989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E293B"/>
                </a:solidFill>
              </a:defRPr>
            </a:pPr>
            <a:r>
              <a:t>Syed Ashhad Ibrar · PostCare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9893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4748B"/>
                </a:solidFill>
              </a:defRPr>
            </a:pPr>
            <a:r>
              <a:t>Prototype — not clinically validated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